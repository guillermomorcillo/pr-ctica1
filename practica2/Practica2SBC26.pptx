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4B5324-0B33-4BF6-8012-6D15A1874E61}" v="60" dt="2024-03-17T10:13:54.5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6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81BA5E-BCE3-24AF-7AFF-0106D2E29C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4BF927C-1CE4-EE99-EA19-FFE9F1954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7F13F5-B8B6-3AAD-5B31-A3E261DAA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3A417-CA25-4ED2-9261-6B2B620C8D00}" type="datetimeFigureOut">
              <a:rPr lang="es-ES" smtClean="0"/>
              <a:t>17/03/2024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135A7D-ADFF-98F9-6BE7-C22911C8F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CABC30-6DE9-3C41-CFE8-73119360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1A7A9-7474-412C-8DDE-6E3EE90947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8287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7B189A-75F1-188F-48C2-7FB0E5752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15293B-2B9E-8A4C-24B1-7797DD8BC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5471EE-573A-A01B-0C61-4837BCAF3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3A417-CA25-4ED2-9261-6B2B620C8D00}" type="datetimeFigureOut">
              <a:rPr lang="es-ES" smtClean="0"/>
              <a:t>17/03/2024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8BEB62-24E1-B916-73AE-39672F481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351C89-11C7-940B-684D-78849F2F2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1A7A9-7474-412C-8DDE-6E3EE90947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331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0FA3E9-77ED-0F43-EDD5-18B8DD8F4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F140E70-57E5-EDC7-CC15-5CC7E245A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885AE8-ECE6-CCCC-900E-E70DFA7A1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3A417-CA25-4ED2-9261-6B2B620C8D00}" type="datetimeFigureOut">
              <a:rPr lang="es-ES" smtClean="0"/>
              <a:t>17/03/2024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C0CC50-650D-619B-D009-1726AACB2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3FE251-F48E-A486-A233-0E6DF97AF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1A7A9-7474-412C-8DDE-6E3EE90947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42759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2EC1F7-2AC1-BCCE-DC0F-D9726D8F1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8D9C49-92A3-A5F0-77FB-61F28413B9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3BA74CE-6D51-6C91-C689-09BD94BD55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AB86353-6B32-4725-017B-AD431045F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3A417-CA25-4ED2-9261-6B2B620C8D00}" type="datetimeFigureOut">
              <a:rPr lang="es-ES" smtClean="0"/>
              <a:t>17/03/2024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DDA1096-9667-7E71-0EDA-A49EB0D50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556C497-4AB2-FDB8-5C68-6A172275A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1A7A9-7474-412C-8DDE-6E3EE90947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1658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592EA0-24F1-1348-8962-24E941DFF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8C83608-2C97-F351-A060-F9CC1F7E9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C7ECA00-DC31-CE10-6A85-787545A919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78407B6-D48B-8579-D688-4E9753FF13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2C5684C-526C-1582-338A-6DA83C91B5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210AE1E-F212-A640-31B4-5B76F9716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3A417-CA25-4ED2-9261-6B2B620C8D00}" type="datetimeFigureOut">
              <a:rPr lang="es-ES" smtClean="0"/>
              <a:t>17/03/2024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38A7E77-D13A-C13A-C865-EEBA75EF6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2718B5E-78EB-AA2C-DD6E-4B3B0376A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1A7A9-7474-412C-8DDE-6E3EE90947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32582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373B92-A45C-7B0D-C094-36684004F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7EBEAA4-F796-82AE-3107-36A075DD2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3A417-CA25-4ED2-9261-6B2B620C8D00}" type="datetimeFigureOut">
              <a:rPr lang="es-ES" smtClean="0"/>
              <a:t>17/03/2024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CE0ACD0-21B4-68FB-16AB-4C1123512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8C45A66-8463-72A8-02A8-472B7AC90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1A7A9-7474-412C-8DDE-6E3EE90947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57963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5F19ADB-53B8-B023-A355-F56495EC0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3A417-CA25-4ED2-9261-6B2B620C8D00}" type="datetimeFigureOut">
              <a:rPr lang="es-ES" smtClean="0"/>
              <a:t>17/03/2024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681A12D-7F5E-F7A5-4F0D-E70D33B9D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7A45500-F900-2DF5-4538-5A1451F66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1A7A9-7474-412C-8DDE-6E3EE90947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6348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09D720-87F4-7A6B-AF35-1FFD24E02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CB8DC1-0641-9DF4-E418-64868A223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154E212-7E3F-0A10-565D-294B4321F8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55E8041-DD4E-5237-083C-EAB7DE9A2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3A417-CA25-4ED2-9261-6B2B620C8D00}" type="datetimeFigureOut">
              <a:rPr lang="es-ES" smtClean="0"/>
              <a:t>17/03/2024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D2EEB63-F6F3-EB8F-C18F-A3BA613E7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069DD01-5060-B974-4ABB-CE8F78400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1A7A9-7474-412C-8DDE-6E3EE90947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6000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49BB0-1FD7-EFE7-6C4B-1526AF369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55E7C2B-95C5-0242-73C7-F15644BC6C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0AC2CB8-12A5-1CE4-91A7-CAD4B163D0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F0E77FB-AFB1-A911-1E19-91A8CC89A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3A417-CA25-4ED2-9261-6B2B620C8D00}" type="datetimeFigureOut">
              <a:rPr lang="es-ES" smtClean="0"/>
              <a:t>17/03/2024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B77503E-619C-BE0F-07E6-37C27DCC1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C716F7D-B286-6A06-E703-560F8889B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1A7A9-7474-412C-8DDE-6E3EE90947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0137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330889-96AE-F067-A661-B3F101F5D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DDF820B-558D-157D-1DC6-0D35E33811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53DDE7-BBCD-AD00-02BB-6C492EF90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3A417-CA25-4ED2-9261-6B2B620C8D00}" type="datetimeFigureOut">
              <a:rPr lang="es-ES" smtClean="0"/>
              <a:t>17/03/2024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814D52-E354-B190-0418-8A12E7634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C69C6F-3AF4-AB7C-D3D4-49A7A05BB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1A7A9-7474-412C-8DDE-6E3EE90947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951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B93E71A-979A-8E20-9690-CDC83216E8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D485EA4-E7C0-FF74-02AC-81858818C7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697866-35DE-9023-DC86-34C53F8E0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3A417-CA25-4ED2-9261-6B2B620C8D00}" type="datetimeFigureOut">
              <a:rPr lang="es-ES" smtClean="0"/>
              <a:t>17/03/2024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3A7000-05C0-94B7-A61A-0E667F4D6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BAE8B4-BAAD-547B-421B-59B10996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1A7A9-7474-412C-8DDE-6E3EE90947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5330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7E45911-22C9-C88D-7B96-A2F3165C2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EFC6E1-0CE7-2BDC-AA47-86C601328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F2D0CF-9E55-DF1C-CD33-B53CD93FC6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3A417-CA25-4ED2-9261-6B2B620C8D00}" type="datetimeFigureOut">
              <a:rPr lang="es-ES" smtClean="0"/>
              <a:t>17/03/2024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E9E0F6-FC8E-C747-8737-9EA98D4B7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95C611-7ACD-C3BB-37D0-2DBE6C85E6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1A7A9-7474-412C-8DDE-6E3EE90947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5017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4B13B87B-4136-5FAB-D45A-09AAA5CE8DD9}"/>
              </a:ext>
            </a:extLst>
          </p:cNvPr>
          <p:cNvSpPr/>
          <p:nvPr/>
        </p:nvSpPr>
        <p:spPr>
          <a:xfrm>
            <a:off x="5448822" y="1164921"/>
            <a:ext cx="1152394" cy="501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NAl</a:t>
            </a:r>
            <a:endParaRPr lang="es-ES" dirty="0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E36EC644-EF3D-A873-BE9C-6E46F17CC27E}"/>
              </a:ext>
            </a:extLst>
          </p:cNvPr>
          <p:cNvSpPr/>
          <p:nvPr/>
        </p:nvSpPr>
        <p:spPr>
          <a:xfrm>
            <a:off x="5448822" y="2363244"/>
            <a:ext cx="1152394" cy="501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NAc</a:t>
            </a:r>
            <a:endParaRPr lang="es-ES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A18D060-16E6-E82F-6AE3-E63F80C90724}"/>
              </a:ext>
            </a:extLst>
          </p:cNvPr>
          <p:cNvSpPr/>
          <p:nvPr/>
        </p:nvSpPr>
        <p:spPr>
          <a:xfrm>
            <a:off x="3670126" y="2443619"/>
            <a:ext cx="1014608" cy="3402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Mala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7CE6A2D8-84B6-6492-DF5C-8A72D1CD22E9}"/>
              </a:ext>
            </a:extLst>
          </p:cNvPr>
          <p:cNvCxnSpPr>
            <a:cxnSpLocks/>
            <a:stCxn id="2" idx="4"/>
            <a:endCxn id="3" idx="0"/>
          </p:cNvCxnSpPr>
          <p:nvPr/>
        </p:nvCxnSpPr>
        <p:spPr>
          <a:xfrm>
            <a:off x="6025019" y="1665962"/>
            <a:ext cx="0" cy="6972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978234BD-8771-31FA-3FA2-869486B4A552}"/>
              </a:ext>
            </a:extLst>
          </p:cNvPr>
          <p:cNvCxnSpPr>
            <a:cxnSpLocks/>
            <a:stCxn id="2" idx="3"/>
            <a:endCxn id="4" idx="0"/>
          </p:cNvCxnSpPr>
          <p:nvPr/>
        </p:nvCxnSpPr>
        <p:spPr>
          <a:xfrm flipH="1">
            <a:off x="4177430" y="1592586"/>
            <a:ext cx="1440156" cy="8510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565543F6-F0A6-D0EF-B070-77C34A85A9AE}"/>
              </a:ext>
            </a:extLst>
          </p:cNvPr>
          <p:cNvCxnSpPr>
            <a:cxnSpLocks/>
            <a:stCxn id="2" idx="5"/>
            <a:endCxn id="28" idx="0"/>
          </p:cNvCxnSpPr>
          <p:nvPr/>
        </p:nvCxnSpPr>
        <p:spPr>
          <a:xfrm>
            <a:off x="6432452" y="1592586"/>
            <a:ext cx="1331598" cy="8176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F358BDBD-94A8-C0AA-3DA4-ECC98DB57617}"/>
              </a:ext>
            </a:extLst>
          </p:cNvPr>
          <p:cNvCxnSpPr>
            <a:cxnSpLocks/>
            <a:stCxn id="46" idx="4"/>
            <a:endCxn id="31" idx="0"/>
          </p:cNvCxnSpPr>
          <p:nvPr/>
        </p:nvCxnSpPr>
        <p:spPr>
          <a:xfrm>
            <a:off x="6897666" y="4082748"/>
            <a:ext cx="866384" cy="6610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5FEBC659-992B-32A1-53B1-E6BC4CB87313}"/>
              </a:ext>
            </a:extLst>
          </p:cNvPr>
          <p:cNvCxnSpPr>
            <a:cxnSpLocks/>
            <a:stCxn id="3" idx="4"/>
            <a:endCxn id="30" idx="0"/>
          </p:cNvCxnSpPr>
          <p:nvPr/>
        </p:nvCxnSpPr>
        <p:spPr>
          <a:xfrm flipH="1">
            <a:off x="4941518" y="2864285"/>
            <a:ext cx="1083501" cy="7977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CFE2D41-7BE9-BF02-1F5F-24E418395B30}"/>
              </a:ext>
            </a:extLst>
          </p:cNvPr>
          <p:cNvSpPr/>
          <p:nvPr/>
        </p:nvSpPr>
        <p:spPr>
          <a:xfrm>
            <a:off x="7256746" y="2410217"/>
            <a:ext cx="1014608" cy="3402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Buena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8BF77DAA-5F35-0ADE-3D96-91D1BBB73B0E}"/>
              </a:ext>
            </a:extLst>
          </p:cNvPr>
          <p:cNvSpPr/>
          <p:nvPr/>
        </p:nvSpPr>
        <p:spPr>
          <a:xfrm>
            <a:off x="4434214" y="3662083"/>
            <a:ext cx="1014608" cy="3402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Mala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3C923CA2-BC3E-2BE1-A684-79AC31B96865}"/>
              </a:ext>
            </a:extLst>
          </p:cNvPr>
          <p:cNvSpPr/>
          <p:nvPr/>
        </p:nvSpPr>
        <p:spPr>
          <a:xfrm>
            <a:off x="7256746" y="4743803"/>
            <a:ext cx="1014608" cy="3402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Buena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CCC292AE-3FD3-B816-334E-2D44BE019812}"/>
              </a:ext>
            </a:extLst>
          </p:cNvPr>
          <p:cNvSpPr txBox="1"/>
          <p:nvPr/>
        </p:nvSpPr>
        <p:spPr>
          <a:xfrm>
            <a:off x="7098251" y="1617638"/>
            <a:ext cx="586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Alto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CF3EAF3E-58A8-DCC2-E493-1DFA5ACF7369}"/>
              </a:ext>
            </a:extLst>
          </p:cNvPr>
          <p:cNvSpPr txBox="1"/>
          <p:nvPr/>
        </p:nvSpPr>
        <p:spPr>
          <a:xfrm>
            <a:off x="5242009" y="1763041"/>
            <a:ext cx="792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Medio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CDC71D6D-2783-88BE-5B59-7A8B84FA2CEB}"/>
              </a:ext>
            </a:extLst>
          </p:cNvPr>
          <p:cNvSpPr txBox="1"/>
          <p:nvPr/>
        </p:nvSpPr>
        <p:spPr>
          <a:xfrm>
            <a:off x="4279894" y="1617638"/>
            <a:ext cx="661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Bajo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D25C20D8-4557-6062-D9C4-8EE8955B1DE3}"/>
              </a:ext>
            </a:extLst>
          </p:cNvPr>
          <p:cNvSpPr txBox="1"/>
          <p:nvPr/>
        </p:nvSpPr>
        <p:spPr>
          <a:xfrm>
            <a:off x="4891413" y="2956235"/>
            <a:ext cx="586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Alto</a:t>
            </a:r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7C51EF63-C73B-A82B-911C-CD0D7E866361}"/>
              </a:ext>
            </a:extLst>
          </p:cNvPr>
          <p:cNvCxnSpPr>
            <a:cxnSpLocks/>
            <a:stCxn id="3" idx="4"/>
            <a:endCxn id="46" idx="0"/>
          </p:cNvCxnSpPr>
          <p:nvPr/>
        </p:nvCxnSpPr>
        <p:spPr>
          <a:xfrm>
            <a:off x="6025019" y="2864285"/>
            <a:ext cx="872647" cy="7174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6" name="Elipse 45">
            <a:extLst>
              <a:ext uri="{FF2B5EF4-FFF2-40B4-BE49-F238E27FC236}">
                <a16:creationId xmlns:a16="http://schemas.microsoft.com/office/drawing/2014/main" id="{AD4634F3-0E09-E118-F286-C6795F3542FF}"/>
              </a:ext>
            </a:extLst>
          </p:cNvPr>
          <p:cNvSpPr/>
          <p:nvPr/>
        </p:nvSpPr>
        <p:spPr>
          <a:xfrm>
            <a:off x="6321469" y="3581707"/>
            <a:ext cx="1152394" cy="501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Tipo</a:t>
            </a:r>
          </a:p>
        </p:txBody>
      </p: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F1853784-49CA-C9CC-4BD6-6B6B90F26EC4}"/>
              </a:ext>
            </a:extLst>
          </p:cNvPr>
          <p:cNvCxnSpPr>
            <a:cxnSpLocks/>
            <a:stCxn id="46" idx="4"/>
            <a:endCxn id="50" idx="0"/>
          </p:cNvCxnSpPr>
          <p:nvPr/>
        </p:nvCxnSpPr>
        <p:spPr>
          <a:xfrm flipH="1">
            <a:off x="5870532" y="4082748"/>
            <a:ext cx="1027134" cy="6610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0" name="Rectángulo 49">
            <a:extLst>
              <a:ext uri="{FF2B5EF4-FFF2-40B4-BE49-F238E27FC236}">
                <a16:creationId xmlns:a16="http://schemas.microsoft.com/office/drawing/2014/main" id="{99432D72-0456-D2E4-0C75-E020AAFC6569}"/>
              </a:ext>
            </a:extLst>
          </p:cNvPr>
          <p:cNvSpPr/>
          <p:nvPr/>
        </p:nvSpPr>
        <p:spPr>
          <a:xfrm>
            <a:off x="5363228" y="4743803"/>
            <a:ext cx="1014608" cy="3402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Mala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D5F95FCC-4BBA-B5FB-6FB8-E26E1A521B4D}"/>
              </a:ext>
            </a:extLst>
          </p:cNvPr>
          <p:cNvSpPr txBox="1"/>
          <p:nvPr/>
        </p:nvSpPr>
        <p:spPr>
          <a:xfrm>
            <a:off x="5746668" y="4101372"/>
            <a:ext cx="698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Tinto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E19CD24C-AF9C-1230-EF28-93D925196B96}"/>
              </a:ext>
            </a:extLst>
          </p:cNvPr>
          <p:cNvSpPr txBox="1"/>
          <p:nvPr/>
        </p:nvSpPr>
        <p:spPr>
          <a:xfrm>
            <a:off x="7344683" y="4109906"/>
            <a:ext cx="810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Blanco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C61E81A7-EFD8-ECF0-98CE-DD3089D5FA79}"/>
              </a:ext>
            </a:extLst>
          </p:cNvPr>
          <p:cNvSpPr txBox="1"/>
          <p:nvPr/>
        </p:nvSpPr>
        <p:spPr>
          <a:xfrm>
            <a:off x="6561550" y="2956235"/>
            <a:ext cx="661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Bajo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1AF51CA1-4C14-EFB7-622B-AAF4A0FD708B}"/>
              </a:ext>
            </a:extLst>
          </p:cNvPr>
          <p:cNvSpPr txBox="1"/>
          <p:nvPr/>
        </p:nvSpPr>
        <p:spPr>
          <a:xfrm>
            <a:off x="2167769" y="443954"/>
            <a:ext cx="77363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Nivel de Alcohol = 15, Nivel de Acidez = 5, Tipo = Blanco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6B0C41E4-F5A7-8BB3-4729-FF6BA8BE7BE7}"/>
              </a:ext>
            </a:extLst>
          </p:cNvPr>
          <p:cNvSpPr txBox="1"/>
          <p:nvPr/>
        </p:nvSpPr>
        <p:spPr>
          <a:xfrm>
            <a:off x="3815611" y="2785292"/>
            <a:ext cx="735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(20,3)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0E6484B4-4479-7223-06C1-8E64D376C1E7}"/>
              </a:ext>
            </a:extLst>
          </p:cNvPr>
          <p:cNvSpPr txBox="1"/>
          <p:nvPr/>
        </p:nvSpPr>
        <p:spPr>
          <a:xfrm>
            <a:off x="4642682" y="3990493"/>
            <a:ext cx="735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(5,1)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A2A39A6A-CD9F-FC8B-144D-D00370A7584E}"/>
              </a:ext>
            </a:extLst>
          </p:cNvPr>
          <p:cNvSpPr txBox="1"/>
          <p:nvPr/>
        </p:nvSpPr>
        <p:spPr>
          <a:xfrm>
            <a:off x="5594622" y="5076572"/>
            <a:ext cx="735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(3,1)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B94B9668-8FE8-204C-3514-015C0F35EC08}"/>
              </a:ext>
            </a:extLst>
          </p:cNvPr>
          <p:cNvSpPr txBox="1"/>
          <p:nvPr/>
        </p:nvSpPr>
        <p:spPr>
          <a:xfrm>
            <a:off x="7418709" y="2742986"/>
            <a:ext cx="735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(2,18)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5C21C254-0952-1611-47F1-3FDA00B9EDB8}"/>
              </a:ext>
            </a:extLst>
          </p:cNvPr>
          <p:cNvSpPr txBox="1"/>
          <p:nvPr/>
        </p:nvSpPr>
        <p:spPr>
          <a:xfrm>
            <a:off x="7473862" y="5076572"/>
            <a:ext cx="735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(2,8)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CuadroTexto 61">
                <a:extLst>
                  <a:ext uri="{FF2B5EF4-FFF2-40B4-BE49-F238E27FC236}">
                    <a16:creationId xmlns:a16="http://schemas.microsoft.com/office/drawing/2014/main" id="{6D6F1641-D08A-7756-8ED7-BD9185DD00E8}"/>
                  </a:ext>
                </a:extLst>
              </p:cNvPr>
              <p:cNvSpPr txBox="1"/>
              <p:nvPr/>
            </p:nvSpPr>
            <p:spPr>
              <a:xfrm>
                <a:off x="3699671" y="1930707"/>
                <a:ext cx="9191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s-E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0"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d>
                  </m:oMath>
                </a14:m>
                <a:r>
                  <a:rPr lang="es-ES" dirty="0"/>
                  <a:t> = 0</a:t>
                </a:r>
              </a:p>
            </p:txBody>
          </p:sp>
        </mc:Choice>
        <mc:Fallback xmlns="">
          <p:sp>
            <p:nvSpPr>
              <p:cNvPr id="62" name="CuadroTexto 61">
                <a:extLst>
                  <a:ext uri="{FF2B5EF4-FFF2-40B4-BE49-F238E27FC236}">
                    <a16:creationId xmlns:a16="http://schemas.microsoft.com/office/drawing/2014/main" id="{6D6F1641-D08A-7756-8ED7-BD9185DD00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9671" y="1930707"/>
                <a:ext cx="919162" cy="276999"/>
              </a:xfrm>
              <a:prstGeom prst="rect">
                <a:avLst/>
              </a:prstGeom>
              <a:blipFill>
                <a:blip r:embed="rId2"/>
                <a:stretch>
                  <a:fillRect l="-9272" t="-28889" r="-13907" b="-5111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CuadroTexto 62">
                <a:extLst>
                  <a:ext uri="{FF2B5EF4-FFF2-40B4-BE49-F238E27FC236}">
                    <a16:creationId xmlns:a16="http://schemas.microsoft.com/office/drawing/2014/main" id="{F6684FB9-D5F4-4105-D7CA-3C07875DD2FD}"/>
                  </a:ext>
                </a:extLst>
              </p:cNvPr>
              <p:cNvSpPr txBox="1"/>
              <p:nvPr/>
            </p:nvSpPr>
            <p:spPr>
              <a:xfrm>
                <a:off x="6052708" y="2040039"/>
                <a:ext cx="12109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s-E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0"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d>
                  </m:oMath>
                </a14:m>
                <a:r>
                  <a:rPr lang="es-ES" dirty="0"/>
                  <a:t> = 0.66</a:t>
                </a:r>
              </a:p>
            </p:txBody>
          </p:sp>
        </mc:Choice>
        <mc:Fallback xmlns="">
          <p:sp>
            <p:nvSpPr>
              <p:cNvPr id="63" name="CuadroTexto 62">
                <a:extLst>
                  <a:ext uri="{FF2B5EF4-FFF2-40B4-BE49-F238E27FC236}">
                    <a16:creationId xmlns:a16="http://schemas.microsoft.com/office/drawing/2014/main" id="{F6684FB9-D5F4-4105-D7CA-3C07875DD2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2708" y="2040039"/>
                <a:ext cx="1210909" cy="276999"/>
              </a:xfrm>
              <a:prstGeom prst="rect">
                <a:avLst/>
              </a:prstGeom>
              <a:blipFill>
                <a:blip r:embed="rId3"/>
                <a:stretch>
                  <a:fillRect l="-7035" t="-28889" r="-10553" b="-5111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5B30A2B3-556E-B351-211B-80031A434047}"/>
                  </a:ext>
                </a:extLst>
              </p:cNvPr>
              <p:cNvSpPr txBox="1"/>
              <p:nvPr/>
            </p:nvSpPr>
            <p:spPr>
              <a:xfrm>
                <a:off x="7390327" y="1862902"/>
                <a:ext cx="12109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s-E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0"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d>
                  </m:oMath>
                </a14:m>
                <a:r>
                  <a:rPr lang="es-ES" dirty="0"/>
                  <a:t> = 0.33</a:t>
                </a:r>
              </a:p>
            </p:txBody>
          </p:sp>
        </mc:Choice>
        <mc:Fallback xmlns="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5B30A2B3-556E-B351-211B-80031A434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0327" y="1862902"/>
                <a:ext cx="1210909" cy="276999"/>
              </a:xfrm>
              <a:prstGeom prst="rect">
                <a:avLst/>
              </a:prstGeom>
              <a:blipFill>
                <a:blip r:embed="rId4"/>
                <a:stretch>
                  <a:fillRect l="-6533" t="-28889" r="-11055" b="-5111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CuadroTexto 64">
                <a:extLst>
                  <a:ext uri="{FF2B5EF4-FFF2-40B4-BE49-F238E27FC236}">
                    <a16:creationId xmlns:a16="http://schemas.microsoft.com/office/drawing/2014/main" id="{E7FF9D1B-19B1-A6F4-315A-D9509C272F11}"/>
                  </a:ext>
                </a:extLst>
              </p:cNvPr>
              <p:cNvSpPr txBox="1"/>
              <p:nvPr/>
            </p:nvSpPr>
            <p:spPr>
              <a:xfrm>
                <a:off x="6892362" y="3225713"/>
                <a:ext cx="10826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s-E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  <a:r>
                  <a:rPr lang="es-ES" dirty="0"/>
                  <a:t> = 0.66</a:t>
                </a:r>
              </a:p>
            </p:txBody>
          </p:sp>
        </mc:Choice>
        <mc:Fallback xmlns="">
          <p:sp>
            <p:nvSpPr>
              <p:cNvPr id="65" name="CuadroTexto 64">
                <a:extLst>
                  <a:ext uri="{FF2B5EF4-FFF2-40B4-BE49-F238E27FC236}">
                    <a16:creationId xmlns:a16="http://schemas.microsoft.com/office/drawing/2014/main" id="{E7FF9D1B-19B1-A6F4-315A-D9509C272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362" y="3225713"/>
                <a:ext cx="1082669" cy="276999"/>
              </a:xfrm>
              <a:prstGeom prst="rect">
                <a:avLst/>
              </a:prstGeom>
              <a:blipFill>
                <a:blip r:embed="rId5"/>
                <a:stretch>
                  <a:fillRect l="-7910" t="-28261" r="-12994" b="-5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CuadroTexto 65">
                <a:extLst>
                  <a:ext uri="{FF2B5EF4-FFF2-40B4-BE49-F238E27FC236}">
                    <a16:creationId xmlns:a16="http://schemas.microsoft.com/office/drawing/2014/main" id="{90D467F6-FE10-9C4C-2694-7F889DD890FD}"/>
                  </a:ext>
                </a:extLst>
              </p:cNvPr>
              <p:cNvSpPr txBox="1"/>
              <p:nvPr/>
            </p:nvSpPr>
            <p:spPr>
              <a:xfrm>
                <a:off x="3967344" y="3269854"/>
                <a:ext cx="10826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s-E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  <a:r>
                  <a:rPr lang="es-ES" dirty="0"/>
                  <a:t> = 0.33</a:t>
                </a:r>
              </a:p>
            </p:txBody>
          </p:sp>
        </mc:Choice>
        <mc:Fallback xmlns="">
          <p:sp>
            <p:nvSpPr>
              <p:cNvPr id="66" name="CuadroTexto 65">
                <a:extLst>
                  <a:ext uri="{FF2B5EF4-FFF2-40B4-BE49-F238E27FC236}">
                    <a16:creationId xmlns:a16="http://schemas.microsoft.com/office/drawing/2014/main" id="{90D467F6-FE10-9C4C-2694-7F889DD89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7344" y="3269854"/>
                <a:ext cx="1082669" cy="276999"/>
              </a:xfrm>
              <a:prstGeom prst="rect">
                <a:avLst/>
              </a:prstGeom>
              <a:blipFill>
                <a:blip r:embed="rId6"/>
                <a:stretch>
                  <a:fillRect l="-7910" t="-28261" r="-12994" b="-5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BA949785-934C-72EB-EB14-CE1A45151AF5}"/>
                  </a:ext>
                </a:extLst>
              </p:cNvPr>
              <p:cNvSpPr txBox="1"/>
              <p:nvPr/>
            </p:nvSpPr>
            <p:spPr>
              <a:xfrm>
                <a:off x="5189869" y="4386351"/>
                <a:ext cx="7989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s-E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s-ES" b="0" i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r>
                  <a:rPr lang="es-ES" dirty="0"/>
                  <a:t> = 0</a:t>
                </a:r>
              </a:p>
            </p:txBody>
          </p:sp>
        </mc:Choice>
        <mc:Fallback xmlns=""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BA949785-934C-72EB-EB14-CE1A45151A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9869" y="4386351"/>
                <a:ext cx="798937" cy="276999"/>
              </a:xfrm>
              <a:prstGeom prst="rect">
                <a:avLst/>
              </a:prstGeom>
              <a:blipFill>
                <a:blip r:embed="rId7"/>
                <a:stretch>
                  <a:fillRect l="-9924" t="-28889" r="-17557" b="-5111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CuadroTexto 67">
                <a:extLst>
                  <a:ext uri="{FF2B5EF4-FFF2-40B4-BE49-F238E27FC236}">
                    <a16:creationId xmlns:a16="http://schemas.microsoft.com/office/drawing/2014/main" id="{B9B6BEDD-0581-3B1A-E224-A5A9E0338291}"/>
                  </a:ext>
                </a:extLst>
              </p:cNvPr>
              <p:cNvSpPr txBox="1"/>
              <p:nvPr/>
            </p:nvSpPr>
            <p:spPr>
              <a:xfrm>
                <a:off x="7786704" y="4386351"/>
                <a:ext cx="8037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s-E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s-ES" b="0" i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</m:oMath>
                </a14:m>
                <a:r>
                  <a:rPr lang="es-ES" dirty="0"/>
                  <a:t> = 1</a:t>
                </a:r>
              </a:p>
            </p:txBody>
          </p:sp>
        </mc:Choice>
        <mc:Fallback xmlns="">
          <p:sp>
            <p:nvSpPr>
              <p:cNvPr id="68" name="CuadroTexto 67">
                <a:extLst>
                  <a:ext uri="{FF2B5EF4-FFF2-40B4-BE49-F238E27FC236}">
                    <a16:creationId xmlns:a16="http://schemas.microsoft.com/office/drawing/2014/main" id="{B9B6BEDD-0581-3B1A-E224-A5A9E0338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6704" y="4386351"/>
                <a:ext cx="803746" cy="276999"/>
              </a:xfrm>
              <a:prstGeom prst="rect">
                <a:avLst/>
              </a:prstGeom>
              <a:blipFill>
                <a:blip r:embed="rId8"/>
                <a:stretch>
                  <a:fillRect l="-9848" t="-28889" r="-17424" b="-5111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40947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73</Words>
  <Application>Microsoft Office PowerPoint</Application>
  <PresentationFormat>Panorámica</PresentationFormat>
  <Paragraphs>28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Consolas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José Miguel Puerta Callejón</dc:creator>
  <cp:lastModifiedBy>José Miguel Puerta Callejón</cp:lastModifiedBy>
  <cp:revision>2</cp:revision>
  <dcterms:created xsi:type="dcterms:W3CDTF">2024-03-17T09:32:27Z</dcterms:created>
  <dcterms:modified xsi:type="dcterms:W3CDTF">2024-03-17T10:21:34Z</dcterms:modified>
</cp:coreProperties>
</file>